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9660b8a8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9660b8a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9660b8a8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f9660b8a8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9660b8a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9660b8a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160200" y="758625"/>
            <a:ext cx="504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Cravr: Help to resolve your daily dilemma.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4142700" cy="10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The User Challenge	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694925"/>
            <a:ext cx="4142700" cy="28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Want to Order something, but totally undecided.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 </a:t>
            </a:r>
            <a:r>
              <a:rPr lang="en"/>
              <a:t>Struggle</a:t>
            </a:r>
            <a:r>
              <a:rPr lang="en"/>
              <a:t> with endless </a:t>
            </a:r>
            <a:r>
              <a:rPr lang="en"/>
              <a:t>dilemma</a:t>
            </a:r>
            <a:r>
              <a:rPr lang="en"/>
              <a:t> with endless choices.</a:t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4831725" y="445025"/>
            <a:ext cx="414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Cravr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831725" y="1152475"/>
            <a:ext cx="4142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 </a:t>
            </a:r>
            <a:r>
              <a:rPr lang="en"/>
              <a:t>Seamlessly</a:t>
            </a:r>
            <a:r>
              <a:rPr lang="en"/>
              <a:t> understands your unique preferences and past orders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&gt; Effortlessly </a:t>
            </a:r>
            <a:r>
              <a:rPr lang="en"/>
              <a:t>simplifies</a:t>
            </a:r>
            <a:r>
              <a:rPr lang="en"/>
              <a:t> your choices through a few smart questions.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&gt; Rapidly satisfies your craving and hunger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2871000" cy="16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Architecture (Demo only): 	</a:t>
            </a:r>
            <a:endParaRPr/>
          </a:p>
        </p:txBody>
      </p:sp>
      <p:pic>
        <p:nvPicPr>
          <p:cNvPr id="68" name="Google Shape;68;p15" title="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5475" y="90175"/>
            <a:ext cx="5426200" cy="460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843600" y="2111250"/>
            <a:ext cx="7344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user-query</a:t>
            </a:r>
            <a:endParaRPr sz="800"/>
          </a:p>
        </p:txBody>
      </p:sp>
      <p:sp>
        <p:nvSpPr>
          <p:cNvPr id="74" name="Google Shape;74;p16"/>
          <p:cNvSpPr/>
          <p:nvPr/>
        </p:nvSpPr>
        <p:spPr>
          <a:xfrm>
            <a:off x="1882800" y="1340175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IntentAgent</a:t>
            </a:r>
            <a:endParaRPr sz="800"/>
          </a:p>
        </p:txBody>
      </p:sp>
      <p:sp>
        <p:nvSpPr>
          <p:cNvPr id="75" name="Google Shape;75;p16"/>
          <p:cNvSpPr/>
          <p:nvPr/>
        </p:nvSpPr>
        <p:spPr>
          <a:xfrm>
            <a:off x="1882800" y="1831050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ContextAgent</a:t>
            </a:r>
            <a:endParaRPr sz="800"/>
          </a:p>
        </p:txBody>
      </p:sp>
      <p:sp>
        <p:nvSpPr>
          <p:cNvPr id="76" name="Google Shape;76;p16"/>
          <p:cNvSpPr/>
          <p:nvPr/>
        </p:nvSpPr>
        <p:spPr>
          <a:xfrm>
            <a:off x="1882800" y="2391450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Preference Agent</a:t>
            </a:r>
            <a:endParaRPr sz="800"/>
          </a:p>
        </p:txBody>
      </p:sp>
      <p:sp>
        <p:nvSpPr>
          <p:cNvPr id="77" name="Google Shape;77;p16"/>
          <p:cNvSpPr/>
          <p:nvPr/>
        </p:nvSpPr>
        <p:spPr>
          <a:xfrm>
            <a:off x="1882800" y="2917650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HistoryAgent</a:t>
            </a:r>
            <a:endParaRPr sz="800"/>
          </a:p>
        </p:txBody>
      </p:sp>
      <p:cxnSp>
        <p:nvCxnSpPr>
          <p:cNvPr id="78" name="Google Shape;78;p16"/>
          <p:cNvCxnSpPr>
            <a:stCxn id="73" idx="3"/>
            <a:endCxn id="74" idx="1"/>
          </p:cNvCxnSpPr>
          <p:nvPr/>
        </p:nvCxnSpPr>
        <p:spPr>
          <a:xfrm flipH="1" rot="10800000">
            <a:off x="1578000" y="1480350"/>
            <a:ext cx="304800" cy="77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" name="Google Shape;79;p16"/>
          <p:cNvCxnSpPr>
            <a:stCxn id="73" idx="3"/>
            <a:endCxn id="75" idx="1"/>
          </p:cNvCxnSpPr>
          <p:nvPr/>
        </p:nvCxnSpPr>
        <p:spPr>
          <a:xfrm flipH="1" rot="10800000">
            <a:off x="1578000" y="1971150"/>
            <a:ext cx="304800" cy="28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>
            <a:stCxn id="73" idx="3"/>
            <a:endCxn id="76" idx="1"/>
          </p:cNvCxnSpPr>
          <p:nvPr/>
        </p:nvCxnSpPr>
        <p:spPr>
          <a:xfrm>
            <a:off x="1578000" y="2251350"/>
            <a:ext cx="304800" cy="28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" name="Google Shape;81;p16"/>
          <p:cNvCxnSpPr>
            <a:stCxn id="73" idx="3"/>
            <a:endCxn id="77" idx="1"/>
          </p:cNvCxnSpPr>
          <p:nvPr/>
        </p:nvCxnSpPr>
        <p:spPr>
          <a:xfrm>
            <a:off x="1578000" y="2251350"/>
            <a:ext cx="304800" cy="80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6"/>
          <p:cNvSpPr/>
          <p:nvPr/>
        </p:nvSpPr>
        <p:spPr>
          <a:xfrm>
            <a:off x="3033300" y="2111250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DecisionAgent</a:t>
            </a:r>
            <a:endParaRPr sz="800"/>
          </a:p>
        </p:txBody>
      </p:sp>
      <p:cxnSp>
        <p:nvCxnSpPr>
          <p:cNvPr id="83" name="Google Shape;83;p16"/>
          <p:cNvCxnSpPr>
            <a:stCxn id="74" idx="3"/>
            <a:endCxn id="82" idx="1"/>
          </p:cNvCxnSpPr>
          <p:nvPr/>
        </p:nvCxnSpPr>
        <p:spPr>
          <a:xfrm>
            <a:off x="2728500" y="1480275"/>
            <a:ext cx="304800" cy="771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16"/>
          <p:cNvCxnSpPr>
            <a:stCxn id="75" idx="3"/>
            <a:endCxn id="82" idx="1"/>
          </p:cNvCxnSpPr>
          <p:nvPr/>
        </p:nvCxnSpPr>
        <p:spPr>
          <a:xfrm>
            <a:off x="2728500" y="1971150"/>
            <a:ext cx="304800" cy="28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16"/>
          <p:cNvCxnSpPr>
            <a:stCxn id="76" idx="3"/>
            <a:endCxn id="82" idx="1"/>
          </p:cNvCxnSpPr>
          <p:nvPr/>
        </p:nvCxnSpPr>
        <p:spPr>
          <a:xfrm flipH="1" rot="10800000">
            <a:off x="2728500" y="2251350"/>
            <a:ext cx="304800" cy="280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16"/>
          <p:cNvCxnSpPr>
            <a:stCxn id="77" idx="3"/>
            <a:endCxn id="82" idx="1"/>
          </p:cNvCxnSpPr>
          <p:nvPr/>
        </p:nvCxnSpPr>
        <p:spPr>
          <a:xfrm flipH="1" rot="10800000">
            <a:off x="2728500" y="2251350"/>
            <a:ext cx="304800" cy="806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/>
          <p:nvPr/>
        </p:nvSpPr>
        <p:spPr>
          <a:xfrm>
            <a:off x="4010150" y="1399425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Recommendation Agent</a:t>
            </a:r>
            <a:endParaRPr sz="800"/>
          </a:p>
        </p:txBody>
      </p:sp>
      <p:cxnSp>
        <p:nvCxnSpPr>
          <p:cNvPr id="88" name="Google Shape;88;p16"/>
          <p:cNvCxnSpPr>
            <a:stCxn id="82" idx="3"/>
            <a:endCxn id="89" idx="0"/>
          </p:cNvCxnSpPr>
          <p:nvPr/>
        </p:nvCxnSpPr>
        <p:spPr>
          <a:xfrm>
            <a:off x="3879000" y="2251350"/>
            <a:ext cx="554100" cy="320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6"/>
          <p:cNvSpPr txBox="1"/>
          <p:nvPr/>
        </p:nvSpPr>
        <p:spPr>
          <a:xfrm>
            <a:off x="3192463" y="2641800"/>
            <a:ext cx="912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Update info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91" name="Google Shape;91;p16"/>
          <p:cNvCxnSpPr>
            <a:stCxn id="89" idx="1"/>
            <a:endCxn id="82" idx="2"/>
          </p:cNvCxnSpPr>
          <p:nvPr/>
        </p:nvCxnSpPr>
        <p:spPr>
          <a:xfrm rot="10800000">
            <a:off x="3456050" y="2391525"/>
            <a:ext cx="345900" cy="52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6"/>
          <p:cNvSpPr txBox="1"/>
          <p:nvPr/>
        </p:nvSpPr>
        <p:spPr>
          <a:xfrm>
            <a:off x="4065800" y="2160375"/>
            <a:ext cx="734400" cy="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Need more info ?</a:t>
            </a:r>
            <a:endParaRPr sz="800">
              <a:solidFill>
                <a:schemeClr val="dk2"/>
              </a:solidFill>
            </a:endParaRPr>
          </a:p>
        </p:txBody>
      </p:sp>
      <p:cxnSp>
        <p:nvCxnSpPr>
          <p:cNvPr id="93" name="Google Shape;93;p16"/>
          <p:cNvCxnSpPr>
            <a:stCxn id="82" idx="0"/>
            <a:endCxn id="87" idx="1"/>
          </p:cNvCxnSpPr>
          <p:nvPr/>
        </p:nvCxnSpPr>
        <p:spPr>
          <a:xfrm rot="-5400000">
            <a:off x="3447300" y="1548300"/>
            <a:ext cx="571800" cy="554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6"/>
          <p:cNvSpPr txBox="1"/>
          <p:nvPr/>
        </p:nvSpPr>
        <p:spPr>
          <a:xfrm>
            <a:off x="3118075" y="1202700"/>
            <a:ext cx="1061100" cy="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Ready for the recommendation.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407375" y="1399425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Present Suggestions</a:t>
            </a:r>
            <a:endParaRPr sz="800"/>
          </a:p>
        </p:txBody>
      </p:sp>
      <p:cxnSp>
        <p:nvCxnSpPr>
          <p:cNvPr id="96" name="Google Shape;96;p16"/>
          <p:cNvCxnSpPr>
            <a:stCxn id="87" idx="3"/>
            <a:endCxn id="95" idx="1"/>
          </p:cNvCxnSpPr>
          <p:nvPr/>
        </p:nvCxnSpPr>
        <p:spPr>
          <a:xfrm>
            <a:off x="4855850" y="1539525"/>
            <a:ext cx="15516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6"/>
          <p:cNvSpPr/>
          <p:nvPr/>
        </p:nvSpPr>
        <p:spPr>
          <a:xfrm>
            <a:off x="6291275" y="2047650"/>
            <a:ext cx="1096500" cy="687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User </a:t>
            </a:r>
            <a:r>
              <a:rPr lang="en" sz="600"/>
              <a:t>Response</a:t>
            </a:r>
            <a:endParaRPr sz="600"/>
          </a:p>
        </p:txBody>
      </p:sp>
      <p:cxnSp>
        <p:nvCxnSpPr>
          <p:cNvPr id="98" name="Google Shape;98;p16"/>
          <p:cNvCxnSpPr>
            <a:stCxn id="95" idx="2"/>
            <a:endCxn id="97" idx="0"/>
          </p:cNvCxnSpPr>
          <p:nvPr/>
        </p:nvCxnSpPr>
        <p:spPr>
          <a:xfrm flipH="1" rot="-5400000">
            <a:off x="6650825" y="1859025"/>
            <a:ext cx="368100" cy="9300"/>
          </a:xfrm>
          <a:prstGeom prst="bentConnector3">
            <a:avLst>
              <a:gd fmla="val 499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16"/>
          <p:cNvSpPr/>
          <p:nvPr/>
        </p:nvSpPr>
        <p:spPr>
          <a:xfrm>
            <a:off x="5503225" y="2851950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Feedback </a:t>
            </a:r>
            <a:endParaRPr sz="800"/>
          </a:p>
        </p:txBody>
      </p:sp>
      <p:cxnSp>
        <p:nvCxnSpPr>
          <p:cNvPr id="100" name="Google Shape;100;p16"/>
          <p:cNvCxnSpPr>
            <a:stCxn id="97" idx="1"/>
            <a:endCxn id="99" idx="0"/>
          </p:cNvCxnSpPr>
          <p:nvPr/>
        </p:nvCxnSpPr>
        <p:spPr>
          <a:xfrm flipH="1">
            <a:off x="5926175" y="2391450"/>
            <a:ext cx="365100" cy="460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" name="Google Shape;101;p16"/>
          <p:cNvCxnSpPr>
            <a:stCxn id="87" idx="2"/>
          </p:cNvCxnSpPr>
          <p:nvPr/>
        </p:nvCxnSpPr>
        <p:spPr>
          <a:xfrm flipH="1" rot="-5400000">
            <a:off x="4787300" y="1325325"/>
            <a:ext cx="272700" cy="981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" name="Google Shape;102;p16"/>
          <p:cNvCxnSpPr>
            <a:endCxn id="99" idx="1"/>
          </p:cNvCxnSpPr>
          <p:nvPr/>
        </p:nvCxnSpPr>
        <p:spPr>
          <a:xfrm flipH="1" rot="-5400000">
            <a:off x="4935025" y="2423850"/>
            <a:ext cx="1047600" cy="88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6"/>
          <p:cNvSpPr txBox="1"/>
          <p:nvPr/>
        </p:nvSpPr>
        <p:spPr>
          <a:xfrm>
            <a:off x="4737900" y="1874550"/>
            <a:ext cx="734400" cy="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Update user feedback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5741525" y="2150588"/>
            <a:ext cx="734400" cy="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negative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7488600" y="2917650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Execution Route</a:t>
            </a:r>
            <a:r>
              <a:rPr lang="en" sz="800"/>
              <a:t> </a:t>
            </a:r>
            <a:endParaRPr sz="800"/>
          </a:p>
        </p:txBody>
      </p:sp>
      <p:cxnSp>
        <p:nvCxnSpPr>
          <p:cNvPr id="106" name="Google Shape;106;p16"/>
          <p:cNvCxnSpPr>
            <a:stCxn id="97" idx="3"/>
            <a:endCxn id="105" idx="0"/>
          </p:cNvCxnSpPr>
          <p:nvPr/>
        </p:nvCxnSpPr>
        <p:spPr>
          <a:xfrm>
            <a:off x="7387775" y="2391450"/>
            <a:ext cx="523800" cy="5262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6"/>
          <p:cNvSpPr txBox="1"/>
          <p:nvPr/>
        </p:nvSpPr>
        <p:spPr>
          <a:xfrm>
            <a:off x="7417250" y="2160363"/>
            <a:ext cx="734400" cy="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positive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151650" y="3430575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Restaurant</a:t>
            </a:r>
            <a:r>
              <a:rPr lang="en" sz="800"/>
              <a:t> Agent</a:t>
            </a:r>
            <a:endParaRPr sz="800"/>
          </a:p>
        </p:txBody>
      </p:sp>
      <p:sp>
        <p:nvSpPr>
          <p:cNvPr id="109" name="Google Shape;109;p16"/>
          <p:cNvSpPr/>
          <p:nvPr/>
        </p:nvSpPr>
        <p:spPr>
          <a:xfrm>
            <a:off x="6918275" y="3430575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FoodOrder Agent</a:t>
            </a:r>
            <a:endParaRPr sz="800"/>
          </a:p>
        </p:txBody>
      </p:sp>
      <p:cxnSp>
        <p:nvCxnSpPr>
          <p:cNvPr id="110" name="Google Shape;110;p16"/>
          <p:cNvCxnSpPr>
            <a:stCxn id="105" idx="2"/>
            <a:endCxn id="109" idx="0"/>
          </p:cNvCxnSpPr>
          <p:nvPr/>
        </p:nvCxnSpPr>
        <p:spPr>
          <a:xfrm rot="5400000">
            <a:off x="7509900" y="3029100"/>
            <a:ext cx="232800" cy="5703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6"/>
          <p:cNvCxnSpPr>
            <a:stCxn id="105" idx="2"/>
            <a:endCxn id="108" idx="0"/>
          </p:cNvCxnSpPr>
          <p:nvPr/>
        </p:nvCxnSpPr>
        <p:spPr>
          <a:xfrm flipH="1" rot="-5400000">
            <a:off x="8126550" y="2982750"/>
            <a:ext cx="232800" cy="663000"/>
          </a:xfrm>
          <a:prstGeom prst="bentConnector3">
            <a:avLst>
              <a:gd fmla="val 4998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6"/>
          <p:cNvSpPr/>
          <p:nvPr/>
        </p:nvSpPr>
        <p:spPr>
          <a:xfrm>
            <a:off x="7488600" y="4151275"/>
            <a:ext cx="845700" cy="28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End</a:t>
            </a:r>
            <a:endParaRPr sz="800"/>
          </a:p>
        </p:txBody>
      </p:sp>
      <p:cxnSp>
        <p:nvCxnSpPr>
          <p:cNvPr id="113" name="Google Shape;113;p16"/>
          <p:cNvCxnSpPr>
            <a:stCxn id="109" idx="2"/>
            <a:endCxn id="112" idx="0"/>
          </p:cNvCxnSpPr>
          <p:nvPr/>
        </p:nvCxnSpPr>
        <p:spPr>
          <a:xfrm flipH="1" rot="-5400000">
            <a:off x="7406075" y="3645825"/>
            <a:ext cx="440400" cy="5703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6"/>
          <p:cNvCxnSpPr>
            <a:stCxn id="108" idx="2"/>
            <a:endCxn id="112" idx="0"/>
          </p:cNvCxnSpPr>
          <p:nvPr/>
        </p:nvCxnSpPr>
        <p:spPr>
          <a:xfrm rot="5400000">
            <a:off x="8022800" y="3599475"/>
            <a:ext cx="440400" cy="6630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6"/>
          <p:cNvSpPr/>
          <p:nvPr/>
        </p:nvSpPr>
        <p:spPr>
          <a:xfrm>
            <a:off x="3801950" y="2571825"/>
            <a:ext cx="1262100" cy="687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Clarification</a:t>
            </a:r>
            <a:r>
              <a:rPr lang="en" sz="600"/>
              <a:t> Agent</a:t>
            </a:r>
            <a:endParaRPr sz="600"/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311700" y="445025"/>
            <a:ext cx="6095700" cy="6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Architecture: 	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